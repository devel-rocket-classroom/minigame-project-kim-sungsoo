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1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87766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UNITY 2D MOBILE GAME PROJECT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 smtClean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Sword Rush TD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웨이브를 막아라 — 타워 · 영웅 · 특수능력으로 짜는 디펜스 전략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520440"/>
            <a:ext cx="146304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7033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발표자  </a:t>
            </a: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김성수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기간  </a:t>
            </a: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2026.05.15 — 2026.06.08  ·  v0.1.0 Build 1~3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발표 순서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80160" y="1371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 소개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14800" y="1371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장르, 컨셉, 플랫폼, 핵심 루프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80160" y="1828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범위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114800" y="1828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시스템과 콘텐츠 한눈에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2860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80160" y="22860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일정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114800" y="2286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Build 1 → Build 2 → Build 3 진행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27432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80160" y="2743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Deep Dive ①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114800" y="2743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웨이포인트 + 다중 경로 웨이브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2004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280160" y="3200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Deep Dive ②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114800" y="3200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타워 분기 진화 시스템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36576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280160" y="3657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느낀점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114800" y="3657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달의 회고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41148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280160" y="4114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800" b="1" dirty="0" smtClean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 영상 및 </a:t>
            </a:r>
            <a:r>
              <a:rPr lang="en-US" sz="1800" b="1" dirty="0" smtClean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</a:t>
            </a:r>
            <a:r>
              <a:rPr lang="en-US" sz="1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&amp; A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114800" y="4114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481431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Unity 2D Tower Defense  ·  김성수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046720" y="481431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· GAME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게임인가요?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정통 타워 디펜스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지정 경로로 진격하는 적군이 목표 지점에 도달하지 못하도록,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타워를 짓고 강화하며 막아내는 Unity 2D 모바일 게임.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재미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61188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제한된 골드로 무엇을, 어디에, 어떤 순서로 강화할 것인가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경로에서 동시에 들어오는 압박을 어떻게 분산시킬 것인가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위기 순간 — 특수능력을 언제 쓸 것인가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852160" y="1371600"/>
            <a:ext cx="283464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852160" y="1371600"/>
            <a:ext cx="73152" cy="3200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0" y="15087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 INFO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126480" y="187452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장르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903720" y="18745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정통 Tower Defense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26480" y="225856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엔진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903720" y="22585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Unity (2D)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26480" y="2642616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플랫폼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903720" y="264261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Mobile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26480" y="3026664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빌드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903720" y="302666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v0.1.0  Build 1~3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26480" y="341071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커밋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903720" y="341071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125+ commits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26480" y="37947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기간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903720" y="37947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4주 (5/15~6/8)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81431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Unity 2D Tower Defense  ·  김성수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046720" y="481431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· GAME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판의 흐름 — Core Loop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1627632" cy="1691640"/>
          </a:xfrm>
          <a:prstGeom prst="rect">
            <a:avLst/>
          </a:prstGeom>
          <a:solidFill>
            <a:srgbClr val="EEF3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1810512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66928" y="2423160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웨이브 시작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66928" y="2761488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경로에서 적이 진격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121408" y="1645920"/>
            <a:ext cx="1627632" cy="1691640"/>
          </a:xfrm>
          <a:prstGeom prst="rect">
            <a:avLst/>
          </a:prstGeom>
          <a:solidFill>
            <a:srgbClr val="EEF3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1810512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0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231136" y="2423160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방어 구축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231136" y="2761488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골드로 타워 건설 · 업그레이드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785616" y="1645920"/>
            <a:ext cx="1627632" cy="1691640"/>
          </a:xfrm>
          <a:prstGeom prst="rect">
            <a:avLst/>
          </a:prstGeom>
          <a:solidFill>
            <a:srgbClr val="EEF3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950208" y="1810512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0208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895344" y="2423160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전투 / 위기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895344" y="2761488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특수능력으로 위기 돌파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49824" y="1645920"/>
            <a:ext cx="1627632" cy="1691640"/>
          </a:xfrm>
          <a:prstGeom prst="rect">
            <a:avLst/>
          </a:prstGeom>
          <a:solidFill>
            <a:srgbClr val="EEF3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14416" y="1810512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14416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559552" y="2423160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보상 획득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559552" y="2761488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골드 획득 · 다음 웨이브 준비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114032" y="1645920"/>
            <a:ext cx="1627632" cy="1691640"/>
          </a:xfrm>
          <a:prstGeom prst="rect">
            <a:avLst/>
          </a:prstGeom>
          <a:solidFill>
            <a:srgbClr val="EEF3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78624" y="1810512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78624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223760" y="2423160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판정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223760" y="2761488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라이프 잔량으로 ★ 1~3 결정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 rot="5400000">
            <a:off x="2066544" y="2418588"/>
            <a:ext cx="73152" cy="146304"/>
          </a:xfrm>
          <a:prstGeom prst="rtTriangl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rot="5400000">
            <a:off x="3730752" y="2418588"/>
            <a:ext cx="73152" cy="146304"/>
          </a:xfrm>
          <a:prstGeom prst="rtTriangl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rot="5400000">
            <a:off x="5394960" y="2418588"/>
            <a:ext cx="73152" cy="146304"/>
          </a:xfrm>
          <a:prstGeom prst="rtTriangl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rot="5400000">
            <a:off x="7059168" y="2418588"/>
            <a:ext cx="73152" cy="146304"/>
          </a:xfrm>
          <a:prstGeom prst="rtTriangl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3657600"/>
            <a:ext cx="8229600" cy="868680"/>
          </a:xfrm>
          <a:prstGeom prst="rect">
            <a:avLst/>
          </a:prstGeom>
          <a:solidFill>
            <a:srgbClr val="FEF3C7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37490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종료 조건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0080" y="40690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Over  </a:t>
            </a:r>
            <a:r>
              <a:rPr lang="en-US" sz="12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라이프 ≤ 0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Victory  </a:t>
            </a:r>
            <a:r>
              <a:rPr lang="en-US" sz="12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마지막 웨이브까지 전부 방어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457200" y="481431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Unity 2D Tower Defense  ·  김성수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046720" y="481431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· SCOPE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구현한 시스템 한눈에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029968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25880"/>
            <a:ext cx="2029968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581912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타일맵 · 경로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21792" y="2103120"/>
            <a:ext cx="1700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Waypoint 기반 EnemyPath / 다중 경로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60320" y="1325880"/>
            <a:ext cx="2029968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0" y="1325880"/>
            <a:ext cx="2029968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24912" y="1581912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웨이브 디렉터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724912" y="2103120"/>
            <a:ext cx="1700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병렬 SpawnEntry · 난이도 곡선 · 호출 보상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1325880"/>
            <a:ext cx="2029968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325880"/>
            <a:ext cx="2029968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28032" y="1581912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타워 · 빌드 시스템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828032" y="2103120"/>
            <a:ext cx="1700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BuildSpot 라디얼 메뉴 · 분기 진화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766560" y="1325880"/>
            <a:ext cx="2029968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766560" y="1325880"/>
            <a:ext cx="2029968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31152" y="1581912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전투 · 페어 lock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931152" y="2103120"/>
            <a:ext cx="1700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보병/적 1:1 페어, 측면 교전, windup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2990088"/>
            <a:ext cx="2029968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2990088"/>
            <a:ext cx="2029968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" y="3246120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영웅 · 보병 · 적군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21792" y="3767328"/>
            <a:ext cx="1700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근접/원거리/힐러/탱커/공중/보스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560320" y="2990088"/>
            <a:ext cx="2029968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560320" y="2990088"/>
            <a:ext cx="2029968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24912" y="3246120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특수능력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2724912" y="3767328"/>
            <a:ext cx="1700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지원군 소환 · 용암 장판 (영역 지정)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663440" y="2990088"/>
            <a:ext cx="2029968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2990088"/>
            <a:ext cx="2029968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28032" y="3246120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· HUD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4828032" y="3767328"/>
            <a:ext cx="1700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골드/라이프/웨이브 · 일시정지 · 결과 ★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766560" y="2990088"/>
            <a:ext cx="2029968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766560" y="2990088"/>
            <a:ext cx="2029968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31152" y="3246120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씬 · 게임 흐름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6931152" y="3767328"/>
            <a:ext cx="1700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MainMenu → 게임 → 결과 → 복귀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57200" y="481431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Unity 2D Tower Defense  ·  김성수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046720" y="481431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· SCOPE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콘텐츠로 보는 구현 범위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103120" cy="1463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44752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+ 4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22402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타워 종류 + 분기 진화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51760" y="1280160"/>
            <a:ext cx="2103120" cy="1463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0" y="1444752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6+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2743200" y="22402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 유닛 (보스 포함)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852928"/>
            <a:ext cx="2103120" cy="1463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01752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548640" y="381304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특수능력 / 1 영웅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651760" y="2852928"/>
            <a:ext cx="2103120" cy="1463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0" y="301752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125+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2743200" y="381304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Git 커밋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37760" y="1280160"/>
            <a:ext cx="374904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37760" y="1280160"/>
            <a:ext cx="73152" cy="3108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0" y="1371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212080" y="16916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타워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55080" y="16916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Archer · Mage · Barracks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212080" y="21031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분기 진화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55080" y="21031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Ranger / Sniper / Pyromancer / Frost Mage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12080" y="25146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지상 적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55080" y="25146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근접 · 원거리 · 힐러(Monk) · 탱커(Lancer)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12080" y="29260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공중 · 보스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55080" y="29260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Bat · Boss(페이즈 시스템)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12080" y="33375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아군 유닛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55080" y="33375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보병 · 영웅(Hero Knight) · 지원군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212080" y="37490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특수능력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55080" y="3749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Reinforcement · LavaZone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481431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Unity 2D Tower Defense  ·  김성수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046720" y="481431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· TIMELINE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4주, 3번의 빌드 사이클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786384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1348" y="2276856"/>
            <a:ext cx="237744" cy="237744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00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5/15-21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Build 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651760"/>
            <a:ext cx="2606040" cy="1691640"/>
          </a:xfrm>
          <a:prstGeom prst="rect">
            <a:avLst/>
          </a:prstGeom>
          <a:solidFill>
            <a:srgbClr val="EEF3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74320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셋업</a:t>
            </a: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타일맵 · 경로</a:t>
            </a: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타워 3종 · 웨이브</a:t>
            </a: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HUD · 골드 경제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4588" y="2276856"/>
            <a:ext cx="237744" cy="237744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1600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5/26-29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20440" y="18745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Build 2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520440" y="2651760"/>
            <a:ext cx="2606040" cy="1691640"/>
          </a:xfrm>
          <a:prstGeom prst="rect">
            <a:avLst/>
          </a:prstGeom>
          <a:solidFill>
            <a:srgbClr val="EEF3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0" y="274320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다중 경로 웨이브</a:t>
            </a: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특수능력 2종</a:t>
            </a: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적 4종</a:t>
            </a: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 클리어/오버 UI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767828" y="2276856"/>
            <a:ext cx="237744" cy="237744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1600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6/2-8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83680" y="18745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Build 3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583680" y="2651760"/>
            <a:ext cx="2606040" cy="1691640"/>
          </a:xfrm>
          <a:prstGeom prst="rect">
            <a:avLst/>
          </a:prstGeom>
          <a:solidFill>
            <a:srgbClr val="EEF3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0" y="274320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영웅 유닛</a:t>
            </a: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보스 페이즈</a:t>
            </a: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메인메뉴 씬</a:t>
            </a: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타워 분기 진화</a:t>
            </a:r>
            <a:endParaRPr lang="en-US" sz="11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화면 ★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빌드 종료 시점에 빌드 노트 + 결과 보고서 + 다음 빌드 계획을 문서화하며 진행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81431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Unity 2D Tower Defense  ·  김성수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046720" y="481431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· TIMELINE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빌드별 핵심 성과 — Build 1 → 2 → 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74320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25880"/>
            <a:ext cx="27432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356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BUILD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기반 시스템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8368" y="2148840"/>
            <a:ext cx="2340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FOCUS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8368" y="2377440"/>
            <a:ext cx="2340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동작 게임 완성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8368" y="2788920"/>
            <a:ext cx="234086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타워 3종 + Lv1→3 업그레이드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웨이포인트 경로 + 단일 웨이브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골드/라이프 경제와 HUD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배럭 보병 자동 배치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337560" y="1325880"/>
            <a:ext cx="274320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1325880"/>
            <a:ext cx="2743200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0440" y="14356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BUILD 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20440" y="16459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 루프 완성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38728" y="2148840"/>
            <a:ext cx="2340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FOCUS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538728" y="2377440"/>
            <a:ext cx="2340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디펜스다운 깊이 확보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38728" y="2788920"/>
            <a:ext cx="234086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다중 경로 + 다중 웨이브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특수능력 (지원군/용암장판)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적: 힐러 · 탱커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배럭 랠리 포인트 지정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17920" y="1325880"/>
            <a:ext cx="274320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0" y="1325880"/>
            <a:ext cx="27432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14356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BUILD 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0" y="16459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콘텐츠 확장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19088" y="2148840"/>
            <a:ext cx="2340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FOCUS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19088" y="2377440"/>
            <a:ext cx="2340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전략 다양성 · 완성도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19088" y="2788920"/>
            <a:ext cx="234086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공중 적(Bat) + 보스 페이즈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영웅 유닛 (배치형 캐릭터)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타워 분기 진화 (Ranger/Sniper 등)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메인메뉴 씬 + 결과 ★ 시스템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481431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Unity 2D Tower Defense  ·  김성수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046720" y="481431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5544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DEEP DIVE  ①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96596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웨이포인트 경로 +</a:t>
            </a:r>
            <a:endParaRPr lang="en-US" sz="4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다중 경로 웨이브 시스템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3749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경로만 막던 디펜스에서, 동시에 들어오는 여러 갈래를 어떻게 막을 것인가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81431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Unity 2D Tower Defense  ·  김성수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81431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DEEP DIVE ① · 경로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EnemyPath — 자식 Transform = 웨이포인트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29768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25880"/>
            <a:ext cx="73152" cy="3108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아이디어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167335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자식 GameObject 순서 = 경로 순서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85800" y="2194560"/>
            <a:ext cx="4023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에디터에서 자식 Transform 만 드래그해 배치 → 그대로 경로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Spawn = Waypoints[0], End = Waypoints[Count-1]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OnDrawGizmos 로 씬뷰에 점 + 선 표시 (디자이너 친화적)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EnemyPath 여러 개 = 즉시 다중 경로 지원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937760" y="1325880"/>
            <a:ext cx="3749040" cy="3108960"/>
          </a:xfrm>
          <a:prstGeom prst="rect">
            <a:avLst/>
          </a:prstGeom>
          <a:solidFill>
            <a:srgbClr val="EEF3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0" y="1417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경로 구조 예시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49240" y="2423160"/>
            <a:ext cx="77724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0" y="2423160"/>
            <a:ext cx="82296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949440" y="2423160"/>
            <a:ext cx="82296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0" y="2423160"/>
            <a:ext cx="64008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66944" y="2340864"/>
            <a:ext cx="164592" cy="16459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44184" y="2340864"/>
            <a:ext cx="164592" cy="16459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67144" y="2340864"/>
            <a:ext cx="164592" cy="16459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90104" y="2340864"/>
            <a:ext cx="164592" cy="16459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30184" y="2340864"/>
            <a:ext cx="164592" cy="164592"/>
          </a:xfrm>
          <a:prstGeom prst="ellipse">
            <a:avLst/>
          </a:prstGeom>
          <a:solidFill>
            <a:srgbClr val="F59E0B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74920" y="21031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349240" y="3108960"/>
            <a:ext cx="7772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26480" y="3108960"/>
            <a:ext cx="8229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49440" y="3108960"/>
            <a:ext cx="8229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0" y="3108960"/>
            <a:ext cx="6400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266944" y="3026664"/>
            <a:ext cx="164592" cy="164592"/>
          </a:xfrm>
          <a:prstGeom prst="ellipse">
            <a:avLst/>
          </a:prstGeom>
          <a:solidFill>
            <a:srgbClr val="64748B"/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44184" y="3026664"/>
            <a:ext cx="164592" cy="16459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67144" y="3026664"/>
            <a:ext cx="164592" cy="16459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690104" y="3026664"/>
            <a:ext cx="164592" cy="16459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330184" y="3026664"/>
            <a:ext cx="164592" cy="164592"/>
          </a:xfrm>
          <a:prstGeom prst="ellipse">
            <a:avLst/>
          </a:prstGeom>
          <a:solidFill>
            <a:srgbClr val="F59E0B"/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74920" y="27889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349240" y="3794760"/>
            <a:ext cx="77724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26480" y="3794760"/>
            <a:ext cx="82296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949440" y="3794760"/>
            <a:ext cx="82296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772400" y="3794760"/>
            <a:ext cx="64008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266944" y="3712464"/>
            <a:ext cx="164592" cy="164592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44184" y="3712464"/>
            <a:ext cx="164592" cy="16459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67144" y="3712464"/>
            <a:ext cx="164592" cy="16459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690104" y="3712464"/>
            <a:ext cx="164592" cy="16459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330184" y="3712464"/>
            <a:ext cx="164592" cy="164592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74920" y="34747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120640" y="4114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스폰</a:t>
            </a: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○ 웨이포인트  </a:t>
            </a:r>
            <a:r>
              <a:rPr lang="en-US" sz="10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골인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57200" y="481431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Unity 2D Tower Defense  ·  김성수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046720" y="481431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DEEP DIVE ① · 웨이브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WaveData — startOffset 기반 병렬 스폰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웨이브 안의 SpawnEntry 들은 startOffset 시점에 "동시에" 시작된다. 같은 시간 = 좌우 동시 발진, 시간차 = 시간차 진입. 다중 경로 압박을 데이터만으로 표현.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9475794"/>
              </p:ext>
            </p:extLst>
          </p:nvPr>
        </p:nvGraphicFramePr>
        <p:xfrm>
          <a:off x="457200" y="1920240"/>
          <a:ext cx="8229600" cy="164592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pathId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startOffset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enemy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count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의미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 smtClean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charset="0"/>
                        </a:rPr>
                        <a:t>Warrior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좌측 즉시 발진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 smtClean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Archer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우측 동시 발진 (좌우 동시 압박)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 smtClean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charset="0"/>
                        </a:rPr>
                        <a:t>Lancer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8초 뒤 좌측 보강 — 시간차 압박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Monk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12초 뒤 중앙으로 힐러 진입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703320"/>
            <a:ext cx="82296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3703320"/>
            <a:ext cx="73152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" y="37764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WaveDirector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85800" y="40233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pathId → EnemySpawner 라우팅  ·  AnimationCurve 로 count/interval/hp 난이도 곡선  ·  </a:t>
            </a:r>
            <a:r>
              <a:rPr lang="en-US" sz="12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웨이브 "일찍 호출" → 절약된 시간을 능력 쿨다운 보상으로 환원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481431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Unity 2D Tower Defense  ·  김성수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046720" y="481431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5544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DEEP DIVE  ②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9659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타워 분기 진화 시스템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Lv1 → Lv2 → Lv3 까지 단일 진화. Lv3 에서 두 갈래로 분기 — 같은 타워도 다른 전략.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81431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Unity 2D Tower Defense  ·  김성수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81431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DEEP DIVE ② · 아키텍처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BuildingData.nextBranches — 데이터 한 줄로 분기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29768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25880"/>
            <a:ext cx="73152" cy="3108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아이디어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167335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ScriptableObject 한 필드의 추가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2121408"/>
            <a:ext cx="3931920" cy="10515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945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BuildingData nextUpgrade;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BuildingData[] nextBranches;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분기가 1개+ 이면 nextBranches 우선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비어있으면 nextUpgrade(단일)로 fallback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329184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단일 업그레이드 자산은 그대로 동작 (회귀 없음)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분기를 쓸 타워만 nextBranches 채우면 끝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937760" y="1325880"/>
            <a:ext cx="3749040" cy="3108960"/>
          </a:xfrm>
          <a:prstGeom prst="rect">
            <a:avLst/>
          </a:prstGeom>
          <a:solidFill>
            <a:srgbClr val="EEF3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0" y="1417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라디얼 메뉴 분기 표시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2233168"/>
            <a:ext cx="1005840" cy="10058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223316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TOWER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22392" y="1711960"/>
            <a:ext cx="768096" cy="7680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22392" y="171196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분기 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309360" y="2416048"/>
            <a:ext cx="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34072" y="1711960"/>
            <a:ext cx="768096" cy="7680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34072" y="171196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분기 B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0" y="2416048"/>
            <a:ext cx="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19672" y="3513328"/>
            <a:ext cx="585216" cy="58521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19672" y="351332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SELL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120640" y="4114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1개 → 12시  ·  2개 → 11시 / 1시  ·  3개+ → 12시 ±60° 균등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81431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Unity 2D Tower Defense  ·  김성수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046720" y="481431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DEEP DIVE ② · 분기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갈래, 네 가지 전략 — Archer &amp; Mage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02336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3258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ARCHER  ·  Lv3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 rot="10800000">
            <a:off x="2377440" y="1783080"/>
            <a:ext cx="182880" cy="164592"/>
          </a:xfrm>
          <a:prstGeom prst="rtTriangl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103120"/>
            <a:ext cx="19431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103120"/>
            <a:ext cx="19431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304288"/>
            <a:ext cx="16687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Ranger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4360" y="2761488"/>
            <a:ext cx="16687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빠른 다단 사격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3154680"/>
            <a:ext cx="16687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공격속도↑ — 다수 처리에 유리한 DPS 분포형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37460" y="2103120"/>
            <a:ext cx="19431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37460" y="2103120"/>
            <a:ext cx="19431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74620" y="2304288"/>
            <a:ext cx="16687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Sniper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674620" y="2761488"/>
            <a:ext cx="16687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고데미지 저격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74620" y="3154680"/>
            <a:ext cx="16687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고데미지 — 탱커/보스 단숨에 깎는 단발형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1325880"/>
            <a:ext cx="402336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13258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MAGE  ·  Lv3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 rot="10800000">
            <a:off x="6583680" y="1783080"/>
            <a:ext cx="182880" cy="164592"/>
          </a:xfrm>
          <a:prstGeom prst="rtTriangl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2103120"/>
            <a:ext cx="19431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2103120"/>
            <a:ext cx="19431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2304288"/>
            <a:ext cx="16687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Pyromancer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800600" y="2761488"/>
            <a:ext cx="16687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광역 (AoE)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00600" y="3154680"/>
            <a:ext cx="16687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splashRadius — 명중 지점 반경 내 적 전원 피해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743700" y="2103120"/>
            <a:ext cx="19431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743700" y="2103120"/>
            <a:ext cx="19431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80860" y="2304288"/>
            <a:ext cx="16687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Frost Mage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880860" y="2761488"/>
            <a:ext cx="16687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둔화 (Slow)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80860" y="3154680"/>
            <a:ext cx="16687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slowAmount + slowDuration — 진격 자체를 묶음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자원 · 같은 위치 · 다른 전략 — 분기 선택만으로 운영이 달라진다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481431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Unity 2D Tower Defense  ·  김성수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046720" y="481431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· RETROSPECTIVE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달, 그리고 남은 것들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02336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25880"/>
            <a:ext cx="91440" cy="1508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904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737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주도 설계의 힘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210312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ScriptableObject(EnemyData / TowerData / WaveData / BuildingData)로 콘텐츠를 자산화하니까, 새 적/타워/분기를 코드 없이 추가할 수 있었다.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17720" y="1325880"/>
            <a:ext cx="402336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1325880"/>
            <a:ext cx="91440" cy="1508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4904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46320" y="1737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빌드 사이클을 반복한 효과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46320" y="210312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Build 1~3 마다 빌드 노트 · 결과 보고서 · 다음 빌드 계획을 문서로 남기니, 우선순위가 흐려지지 않고 다음 작업이 명확했다.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971800"/>
            <a:ext cx="402336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971800"/>
            <a:ext cx="91440" cy="1508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136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HARD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85800" y="3383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전투 디테일이 가장 어려웠다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85800" y="37490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보병/적 1:1 페어 lock, 측면 교전(같은 Y 슬라이드), windup 모션 — '그냥 때리면 되지' 같았던 게 가장 많은 패치를 부른 영역.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17720" y="2971800"/>
            <a:ext cx="402336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17720" y="2971800"/>
            <a:ext cx="91440" cy="1508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3136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46320" y="3383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다음에 해보고 싶은 것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846320" y="37490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FindObjectsByType 매 프레임 호출 → EnemyManager </a:t>
            </a:r>
            <a:r>
              <a:rPr lang="en-US" sz="1100" dirty="0" err="1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등록제로</a:t>
            </a: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100" dirty="0" err="1" smtClean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교체</a:t>
            </a:r>
            <a:r>
              <a:rPr lang="en-US" sz="1100" dirty="0" smtClean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sz="1100" dirty="0" err="1" smtClean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화살</a:t>
            </a:r>
            <a:r>
              <a:rPr lang="en-US" sz="1100" dirty="0" smtClean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100" dirty="0" err="1" smtClean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잔존</a:t>
            </a:r>
            <a:r>
              <a:rPr lang="en-US" sz="1100" dirty="0" smtClean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100" dirty="0" err="1" smtClean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버그</a:t>
            </a:r>
            <a:r>
              <a:rPr lang="en-US" sz="1100" dirty="0" smtClean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100" dirty="0" err="1" smtClean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r>
              <a:rPr lang="en-US" sz="1100" dirty="0" smtClean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사운드/이펙트, 스테이지 다양화.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81431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Unity 2D Tower Defense  ·  김성수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046720" y="481431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/ 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 smtClean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</a:t>
            </a:r>
            <a:r>
              <a:rPr lang="en-US" sz="1100" b="1" kern="0" spc="400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</a:t>
            </a:r>
            <a:r>
              <a:rPr lang="en-US" sz="1100" b="1" kern="0" spc="400" dirty="0" smtClean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SIMULAATION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800" b="1" dirty="0" smtClean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 영상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746239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371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800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&amp; A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발표를 들어주셔서 감사합니다. 자유롭게 질문해 주세요.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3749040"/>
            <a:ext cx="146304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886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김성수  ·  Unity 2D Tower Defense  ·  v0.1.0 Build 3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1315</Words>
  <Application>Microsoft Office PowerPoint</Application>
  <PresentationFormat>화면 슬라이드 쇼(16:9)</PresentationFormat>
  <Paragraphs>305</Paragraphs>
  <Slides>17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3" baseType="lpstr">
      <vt:lpstr>맑은 고딕</vt:lpstr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Unity 2D 타워 디펜스 — 프로젝트 발표</dc:title>
  <dc:subject>PptxGenJS Presentation</dc:subject>
  <dc:creator>김성수</dc:creator>
  <cp:lastModifiedBy>kimseongsoo</cp:lastModifiedBy>
  <cp:revision>8</cp:revision>
  <dcterms:created xsi:type="dcterms:W3CDTF">2026-06-07T18:15:19Z</dcterms:created>
  <dcterms:modified xsi:type="dcterms:W3CDTF">2026-06-08T01:29:54Z</dcterms:modified>
</cp:coreProperties>
</file>