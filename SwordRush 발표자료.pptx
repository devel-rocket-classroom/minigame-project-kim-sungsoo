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6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UNITY 2D MOBILE GAME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8229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5400" b="1" i="0">
                <a:solidFill>
                  <a:srgbClr val="1E2761"/>
                </a:solidFill>
                <a:latin typeface="맑은 고딕"/>
              </a:rPr>
              <a:t>Sword Rush 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82296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맑은 고딕"/>
              </a:rPr>
              <a:t>웨이브를 막아라 — 타워 · 영웅 · 특수능력으로 짜는 디펜스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14630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맑은 고딕"/>
              </a:rPr>
              <a:t>발표자  김성수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프로젝트 기간  2026.05.15 — 2026.06.08  ·  v0.1.0 Build 1~3 + Polish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70832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맑은 고딕"/>
              </a:rPr>
              <a:t>버전 2  ·  Build 3 이후 모바일 안정화/UX 개선 포함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오늘 발표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8074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게임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73352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장르, 컨셉, 플랫폼, 핵심 루프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39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5798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구현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50591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시스템과 콘텐츠 한눈에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27832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Build 1 → 2 → 3 → Polish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712463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Deep Dive 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05072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웨이포인트 + 다중 경로 웨이브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32588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132588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1371600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138074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Deep Dive 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79" y="1673352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타워 분기 진화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63440" y="210312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2148839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215798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Deep Dive 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79" y="2450591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Build 3 이후 폴리시 &amp; 버그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2880360"/>
            <a:ext cx="73152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2926079"/>
            <a:ext cx="502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맑은 고딕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2935224"/>
            <a:ext cx="2286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느낀점 / Q &amp;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3227832"/>
            <a:ext cx="3108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한 달의 회고와 시연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01 · GAME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어떤 게임인가요?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정통 타워 디펜스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맑은 고딕"/>
              </a:rPr>
              <a:t>지정 경로로 진격하는 적군이 목표 지점에 도달하지 못하도록,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맑은 고딕"/>
              </a:rPr>
              <a:t>타워를 짓고 강화하며 막아내는 Unity 2D 모바일 게임.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029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맑은 고딕"/>
              </a:rPr>
              <a:t>핵심 재미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502920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· 제한된 골드로 무엇을, 어디에, 어떤 순서로 강화할 것인가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· 여러 경로에서 동시에 들어오는 압박을 어떻게 분산시킬 것인가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· 위기 순간 — 특수능력을 언제 쓸 것인가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371600"/>
            <a:ext cx="28346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0" y="1371600"/>
            <a:ext cx="73152" cy="3200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481328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맑은 고딕"/>
              </a:rPr>
              <a:t>PROJECT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19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장르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정통 Tower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86000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Unity (2D)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79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플랫폼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697479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Mobile (Android APK)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108960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빌드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108960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v0.1.0 Build 1~3+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520439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커밋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520439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130+ commits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931920"/>
            <a:ext cx="822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931920"/>
            <a:ext cx="1737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약 4주 + 폴리시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01 · GAME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한 판의 흐름 — Core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554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548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463039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맑은 고딕"/>
              </a:rPr>
              <a:t>웨이브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463039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맑은 고딕"/>
              </a:rPr>
              <a:t>여러 경로에서 적이 진격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17320"/>
            <a:ext cx="1554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06039" y="155448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39" y="1581912"/>
            <a:ext cx="548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2286000"/>
            <a:ext cx="1463039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맑은 고딕"/>
              </a:rPr>
              <a:t>방어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651760"/>
            <a:ext cx="1463039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맑은 고딕"/>
              </a:rPr>
              <a:t>골드로 타워 건설 · 업그레이드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417320"/>
            <a:ext cx="1554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55448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581912"/>
            <a:ext cx="548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2286000"/>
            <a:ext cx="1463039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맑은 고딕"/>
              </a:rPr>
              <a:t>전투 / 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2651760"/>
            <a:ext cx="1463039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맑은 고딕"/>
              </a:rPr>
              <a:t>특수능력으로 위기 돌파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417320"/>
            <a:ext cx="1554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97880" y="155448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1581912"/>
            <a:ext cx="548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286000"/>
            <a:ext cx="1463039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맑은 고딕"/>
              </a:rPr>
              <a:t>보상 획득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651760"/>
            <a:ext cx="1463039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맑은 고딕"/>
              </a:rPr>
              <a:t>골드 획득 · 다음 웨이브 준비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1417320"/>
            <a:ext cx="1554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43800" y="155448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1581912"/>
            <a:ext cx="548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286000"/>
            <a:ext cx="1463039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맑은 고딕"/>
              </a:rPr>
              <a:t>결과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651760"/>
            <a:ext cx="1463039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맑은 고딕"/>
              </a:rPr>
              <a:t>라이프 잔량으로 ★ 1~3 결정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93192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종료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931920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맑은 고딕"/>
              </a:rPr>
              <a:t>Game Over  ·  라이프 ≤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93192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맑은 고딕"/>
              </a:rPr>
              <a:t>Victory  ·  마지막 웨이브까지 전부 방어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51960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맑은 고딕"/>
              </a:rPr>
              <a:t>결과 화면에서 라이프 비율로 ★1~3 평가 — 같은 클리어도 운영 효율로 차등화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02 ·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구현한 시스템 한눈에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타일맵 · 경로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03120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Waypoint 기반 EnemyPath · 다중 경로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325880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24912" y="1581912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웨이브 디렉터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103120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병렬 SpawnEntry · 난이도 곡선 · 호출 보상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25880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325880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2" y="1581912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타워 · 빌드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103120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BuildSpot 라디얼 메뉴 · 분기 진화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325880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0" y="1325880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581912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전투 · 페어 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103120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보병/적 1:1 페어, 측면 교전, windup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90087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990087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246120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영웅 · 보병 · 적군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767327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근접/원거리/힐러/탱커/공중/보스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990087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0" y="2990087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3246120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특수능력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3767327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지원군 소환 · 용암 장판 (영역 지정)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990087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2990087"/>
            <a:ext cx="2029968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3246120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UI · HUD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767327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골드/라이프/웨이브 · 일시정지 · ★ 결과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90087"/>
            <a:ext cx="2029968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66560" y="2990087"/>
            <a:ext cx="202996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31152" y="3246120"/>
            <a:ext cx="170078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모바일 안정화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767327"/>
            <a:ext cx="1700784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Android 60fps · 화살 step-aware 명중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3154679"/>
            <a:ext cx="457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맑은 고딕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02 ·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콘텐츠로 보는 구현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92024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맑은 고딕"/>
              </a:rPr>
              <a:t>3 + 4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타워 종류 + 분기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192024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맑은 고딕"/>
              </a:rP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적 유닛 (보스 포함)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192024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맑은 고딕"/>
              </a:rPr>
              <a:t>2 /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특수능력 / 영웅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1325880"/>
            <a:ext cx="192024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맑은 고딕"/>
              </a:rPr>
              <a:t>130+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057400"/>
            <a:ext cx="1920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총 Git 커밋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맑은 고딕"/>
              </a:rPr>
              <a:t>CONTENTS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99923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타워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99923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Archer · Mage · Barracks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2608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292608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28031" y="299923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분기 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9923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Ranger / Sniper / Pyromancer / Frost Mage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350215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지상 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50215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근접 · 원거리 · 힐러(Monk) · 탱커(Lancer)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42900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342900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28031" y="350215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공중 · 보스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0215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Bat · Boss (페이즈 시스템)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00507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아군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00507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보병 · 영웅(Hero Knight) · 지원군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931920"/>
            <a:ext cx="40233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3931920"/>
            <a:ext cx="457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1" y="4005072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특수능력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00507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Reinforcement · LavaZone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03 ·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약 4주 + 폴리시 — 4번의 사이클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29968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755648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5/15-21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Build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기반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755648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프로젝트 셋업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타일맵 · 경로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타워 3종 · 웨이브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HUD · 골드 경제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0" y="1325880"/>
            <a:ext cx="2029968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371600"/>
            <a:ext cx="1755648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5/26-29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5544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Build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874519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게임 루프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240280"/>
            <a:ext cx="1755648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다중 경로 웨이브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특수능력 2종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신규 적 4종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클리어/오버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1325880"/>
            <a:ext cx="2029968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1371600"/>
            <a:ext cx="1755648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6/02-08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5544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Build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874519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콘텐츠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240280"/>
            <a:ext cx="1755648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영웅 유닛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보스 페이즈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메인메뉴 씬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타워 분기 진화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결과 화면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6560" y="1325880"/>
            <a:ext cx="202996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1371600"/>
            <a:ext cx="1755648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6/08~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5544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Polish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874519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QA &amp; 안정화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240280"/>
            <a:ext cx="1755648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모바일 화살 잔존 fix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분기 진화 아이콘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영웅 사망 모션 fix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Frost Mage 슬로우 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맑은 고딕"/>
              </a:rPr>
              <a:t>각 빌드 종료마다 빌드 노트 + 결과 보고서 + 다음 빌드 계획 문서화. Polish 는 모바일 QA 발견 이슈 대응.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03 ·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빌드별 핵심 성과 — Build 1 → 2 → 3 → Polish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29968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기반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맑은 고딕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최소 동작 게임 완성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755648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타워 3종 + Lv1→3 업글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웨이포인트 경로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단일 웨이브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골드/라이프 HUD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배럭 보병 자동 배치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0" y="1325880"/>
            <a:ext cx="202996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137160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BUILD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27632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게임 루프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0116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맑은 고딕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194560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디펜스다운 깊이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60320"/>
            <a:ext cx="1755648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다중 경로 + 다중 웨이브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특수능력 (지원군/용암)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신규 적: 힐러 · 탱커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랠리 포인트 지정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1325880"/>
            <a:ext cx="2029968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137160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BUILD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627632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콘텐츠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0116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맑은 고딕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194560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전략 다양성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560320"/>
            <a:ext cx="1755648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공중 적(Bat) + 보스 페이즈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영웅 유닛 (배치형)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분기 진화 (Ranger/Sniper)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메인메뉴 + ★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325880"/>
            <a:ext cx="20299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66560" y="1325880"/>
            <a:ext cx="202996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137160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POLISH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627632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모바일 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011680"/>
            <a:ext cx="1755648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맑은 고딕"/>
              </a:rPr>
              <a:t>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194560"/>
            <a:ext cx="17556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실 디바이스 QA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560320"/>
            <a:ext cx="1755648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화살 step-aware 명중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60fps 고정 (Android)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분기 진화 아이콘 분리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영웅 사망/부활 모션 fix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맑은 고딕"/>
              </a:rPr>
              <a:t>· Frost Mage 슬로우 틴트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64592" cy="4229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맑은 고딕"/>
              </a:rPr>
              <a:t>DEEP DIVE 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</a:rPr>
              <a:t>웨이포인트 경로 +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</a:rPr>
              <a:t>다중 경로 웨이브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731520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한 경로만 막던 디펜스에서, 동시에 들어오는</a:t>
            </a:r>
          </a:p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여러 갈래를 어떻게 막을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C5F0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C5F0"/>
                </a:solidFill>
                <a:latin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383" y="1721056"/>
            <a:ext cx="3577504" cy="20442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DEEP DIVE ① ·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EnemyPath — 자식 Transform = 웨이포인트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설계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자식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GameObject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순서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=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경로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순서</a:t>
            </a:r>
            <a:endParaRPr sz="1100" b="0" i="0" dirty="0">
              <a:solidFill>
                <a:srgbClr val="333333"/>
              </a:solidFill>
              <a:latin typeface="맑은 고딕"/>
            </a:endParaRPr>
          </a:p>
          <a:p>
            <a:pPr algn="l"/>
            <a:r>
              <a:rPr sz="1100" b="0" i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에디터에서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자식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Transform 만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드래그하면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그대로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경로</a:t>
            </a:r>
            <a:endParaRPr sz="1100" b="0" i="0" dirty="0">
              <a:solidFill>
                <a:srgbClr val="333333"/>
              </a:solidFill>
              <a:latin typeface="맑은 고딕"/>
            </a:endParaRPr>
          </a:p>
          <a:p>
            <a:pPr algn="l"/>
            <a:r>
              <a:rPr sz="1100" b="0" i="0" dirty="0">
                <a:solidFill>
                  <a:srgbClr val="333333"/>
                </a:solidFill>
                <a:latin typeface="맑은 고딕"/>
              </a:rPr>
              <a:t>· Spawn = Waypoints[0], End = Waypoints[Count-1]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OnDrawGizmos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로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씬뷰에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점 + 선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표시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(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디자이너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친화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EnemyPath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여러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개 =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즉시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다중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경로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지원</a:t>
            </a:r>
            <a:endParaRPr sz="1100" b="0" i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경로 구조 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6136" y="3187051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51874" y="221886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1735" y="27157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46764" y="3232771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3" y="3154680"/>
            <a:ext cx="3657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맑은 고딕"/>
              </a:rPr>
              <a:t>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543" y="3598601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55263" y="227685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84263" y="3220023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97244" y="1770356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5" y="3763193"/>
            <a:ext cx="219456" cy="1949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100" b="1" dirty="0" smtClean="0">
                <a:solidFill>
                  <a:srgbClr val="1E2761"/>
                </a:solidFill>
                <a:latin typeface="맑은 고딕"/>
              </a:rPr>
              <a:t>CL</a:t>
            </a:r>
            <a:endParaRPr sz="1100" b="1" i="0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74785" y="3187051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70448" y="32186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77389" y="27503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13647" y="3132187"/>
            <a:ext cx="3657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맑은 고딕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160520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  <a:latin typeface="맑은 고딕"/>
              </a:rPr>
              <a:t>●</a:t>
            </a:r>
            <a:r>
              <a:rPr sz="900" b="0" i="0" dirty="0" err="1">
                <a:solidFill>
                  <a:srgbClr val="555555"/>
                </a:solidFill>
                <a:latin typeface="맑은 고딕"/>
              </a:rPr>
              <a:t>스폰</a:t>
            </a:r>
            <a:r>
              <a:rPr sz="900" b="0" i="0" dirty="0">
                <a:solidFill>
                  <a:srgbClr val="555555"/>
                </a:solidFill>
                <a:latin typeface="맑은 고딕"/>
              </a:rPr>
              <a:t>  ◆</a:t>
            </a:r>
            <a:r>
              <a:rPr sz="900" b="0" i="0" dirty="0" err="1">
                <a:solidFill>
                  <a:srgbClr val="555555"/>
                </a:solidFill>
                <a:latin typeface="맑은 고딕"/>
              </a:rPr>
              <a:t>웨이포인트</a:t>
            </a:r>
            <a:r>
              <a:rPr sz="900" b="0" i="0" dirty="0">
                <a:solidFill>
                  <a:srgbClr val="555555"/>
                </a:solidFill>
                <a:latin typeface="맑은 고딕"/>
              </a:rPr>
              <a:t>  ●</a:t>
            </a:r>
            <a:r>
              <a:rPr sz="900" b="0" i="0" dirty="0" err="1">
                <a:solidFill>
                  <a:srgbClr val="555555"/>
                </a:solidFill>
                <a:latin typeface="맑은 고딕"/>
              </a:rPr>
              <a:t>골인</a:t>
            </a:r>
            <a:endParaRPr sz="9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9 /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0466" y="3763193"/>
            <a:ext cx="274499" cy="1949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100" b="1" dirty="0" smtClean="0">
                <a:solidFill>
                  <a:srgbClr val="1E2761"/>
                </a:solidFill>
                <a:latin typeface="맑은 고딕"/>
              </a:rPr>
              <a:t>CR</a:t>
            </a:r>
            <a:endParaRPr sz="1100" b="1" i="0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1" name="Rectangle 22"/>
          <p:cNvSpPr/>
          <p:nvPr/>
        </p:nvSpPr>
        <p:spPr>
          <a:xfrm>
            <a:off x="6747872" y="27157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0"/>
          <p:cNvSpPr/>
          <p:nvPr/>
        </p:nvSpPr>
        <p:spPr>
          <a:xfrm>
            <a:off x="7498078" y="32186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9"/>
          <p:cNvSpPr/>
          <p:nvPr/>
        </p:nvSpPr>
        <p:spPr>
          <a:xfrm>
            <a:off x="7948490" y="27157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9"/>
          <p:cNvSpPr/>
          <p:nvPr/>
        </p:nvSpPr>
        <p:spPr>
          <a:xfrm>
            <a:off x="7808974" y="22422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3"/>
          <p:cNvSpPr/>
          <p:nvPr/>
        </p:nvSpPr>
        <p:spPr>
          <a:xfrm>
            <a:off x="6843802" y="3583893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5"/>
          <p:cNvSpPr/>
          <p:nvPr/>
        </p:nvSpPr>
        <p:spPr>
          <a:xfrm>
            <a:off x="6895873" y="3222175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39499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DEEP DIVE ① · 웨이브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WaveData — startOffset 기반 병렬 스폰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7955279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한 웨이브 안의 SpawnEntry 들은 startOffset 시점에 "동시에" 시작된다.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같은 시간 = 좌우 동시 발진, 시간차 = 시간차 진입.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맑은 고딕"/>
              </a:rPr>
              <a:t>다중 경로 압박을 데이터만으로 표현.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7772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WaveDirector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840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• pathId → EnemySpawner 라우팅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63240"/>
            <a:ext cx="4114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경로별 SpawnEntry 분리, 동일 웨이브에서 다중 경로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840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• AnimationCurve 난이도 곡선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4114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count / interval / hp 곡선으로 후반 가중 증폭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840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• 다음 웨이브 일찍 호출 → 능력 쿨감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4114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절약된 시간을 특수능력 쿨다운 보상으로 환원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64592" cy="4229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맑은 고딕"/>
              </a:rPr>
              <a:t>DEEP DIVE 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</a:rPr>
              <a:t>타워 분기 진화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73152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Lv1 → Lv2 → Lv3 까지 단일 진화.</a:t>
            </a:r>
          </a:p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Lv3 에서 두 갈래로 분기 — 같은 타워도 다른 전략.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C5F0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C5F0"/>
                </a:solidFill>
                <a:latin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DEEP DIVE ② ·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BuildingData.nextBranches — 데이터 한 줄로 분기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29768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3152" cy="3246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023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핵심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0233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ScriptableObject 한 필드의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1" y="3276998"/>
            <a:ext cx="402336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· 기존 단일 업그레이드 자산은 그대로 동작 (회귀 없음)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· 분기를 쓸 타워만 nextBranches 채우면 끝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· 새 upgradeSlotIcon 으로 분기 슬롯 시각화 (Polish)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12 / 19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r="44972"/>
          <a:stretch/>
        </p:blipFill>
        <p:spPr>
          <a:xfrm>
            <a:off x="658271" y="1978390"/>
            <a:ext cx="3386448" cy="114316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167" y="1052465"/>
            <a:ext cx="2286000" cy="226331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615" y="1054242"/>
            <a:ext cx="2050649" cy="226331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1" y="3396576"/>
            <a:ext cx="1215152" cy="158955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567" y="3396576"/>
            <a:ext cx="954988" cy="15895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DEEP DIVE ② · 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두 갈래, 네 가지 전략 — Archer &amp; 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233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ARCHER  ·  Lv3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749039" cy="109728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Ranger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맑은 고딕"/>
              </a:rPr>
              <a:t>빠른 다단 사격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474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공격속도↑ — 다수 처리에 유리한 DPS 분포형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154680"/>
            <a:ext cx="3749039" cy="109728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Sniper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맑은 고딕"/>
              </a:rPr>
              <a:t>고데미지 저격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0752"/>
            <a:ext cx="3474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단일 고데미지 — 탱커/보스 단숨에 깎는 단발형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325880"/>
            <a:ext cx="40233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325880"/>
            <a:ext cx="40233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1389888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MAGE  ·  Lv3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965960"/>
            <a:ext cx="3749039" cy="109728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Pyromancer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286000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맑은 고딕"/>
              </a:rPr>
              <a:t>광역 (AoE)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542032"/>
            <a:ext cx="3474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splashRadius — 명중 지점 반경 내 적 전원 피해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154680"/>
            <a:ext cx="3749039" cy="1097280"/>
          </a:xfrm>
          <a:prstGeom prst="rect">
            <a:avLst/>
          </a:prstGeom>
          <a:solidFill>
            <a:srgbClr val="99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3218688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Frost 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474720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맑은 고딕"/>
              </a:rPr>
              <a:t>둔화 (Slow) + 청색 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730752"/>
            <a:ext cx="3474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slowAmount + slowDuration · 피격 적이 시각적으로도 얼어붙음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같은 자원 · 같은 위치 · 다른 전략 — 분기 선택만으로 운영이 달라진다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64592" cy="4229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맑은 고딕"/>
              </a:rPr>
              <a:t>DEEP DIVE 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Build 3+ Polish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— 모바일 QA &amp; 사용성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73152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실제 Android 디바이스에서 발견된 4가지 이슈와</a:t>
            </a:r>
          </a:p>
          <a:p>
            <a:pPr algn="l"/>
            <a:r>
              <a:rPr sz="1400" b="0" i="1">
                <a:solidFill>
                  <a:srgbClr val="99C5F0"/>
                </a:solidFill>
                <a:latin typeface="맑은 고딕"/>
              </a:rPr>
              <a:t>코드/데이터로 해결한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C5F0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C5F0"/>
                </a:solidFill>
                <a:latin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DEEP DIVE ③ · 폴리시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4가지 핵심 수정 — 데이터로 본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3152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3200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모바일 화살 잔존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64792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맑은 고딕"/>
              </a:rPr>
              <a:t>문제 · Android 기본 30fps 캡 → 화살이 적을 건너뜀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39112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Application.targetFrameRate = 60 부트스트랩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step &gt;= 남은거리 명중 판정 (Arrow / Magic)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139903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분기 진화 아이콘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764792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맑은 고딕"/>
              </a:rPr>
              <a:t>문제 · 단일 업글과 분기 슬롯이 시각적으로 동일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039112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BuildingData.upgradeSlotIcon 필드 추가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공용 evolveIcon 폴백 (분기/단일 자동 구분)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04495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063240"/>
            <a:ext cx="3200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영웅 사망/부활 모션 꼬임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10712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맑은 고딕"/>
              </a:rPr>
              <a:t>문제 · Attack 중 사망 시 부활하면 자세 잔재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85032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Animator.Play("Die"/"Idle", 0, 0f) 강제 점프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트랜지션 그래프 결함(Attack→Die 부재) 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971800"/>
            <a:ext cx="40233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9718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304495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63240"/>
            <a:ext cx="3200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Frost Mage 슬로우 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410712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맑은 고딕"/>
              </a:rPr>
              <a:t>문제 · 슬로우 걸린 적인지 한눈에 안 보임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3685032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적 SpriteRenderer 들을 청색 톤으로 일괄 틴트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맑은 고딕"/>
              </a:rPr>
              <a:t>· 만료 시 원본 복원 (페이즈 깜빡임과 공존)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04 ·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한 달, 그리고 남은 것들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데이터 주도 설계의 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ScriptableObject(EnemyData / TowerData / WaveData / BuildingData)로 콘텐츠 자산화. 새 적/타워/분기를 코드 없이 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32588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1417320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69164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빌드 사이클을 반복한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103120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Build 1~3 + Polish 마다 빌드 노트 · 결과 보고서 · 다음 빌드 계획 문서화. 우선순위가 흐려지지 않음.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063240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맑은 고딕"/>
              </a:rPr>
              <a:t>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3756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전투 디테일 + 모바일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49039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보병/적 1:1 페어 lock, 측면 교전, windup, 그리고 30fps 환경에서만 보이는 오버슈트 — 가장 많은 패치를 부른 영역.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971800"/>
            <a:ext cx="73152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3063240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33756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다음에 해보고 싶은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749039"/>
            <a:ext cx="3657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맑은 고딕"/>
              </a:rPr>
              <a:t>FindObjectsByType 매 프레임 호출 → EnemyManager 등록제로 교체, 사운드/이펙트, 스테이지 다양화.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Unity 2D Tower Defense  ·  김성수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09744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시연 영상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4370832" y="2880360"/>
            <a:ext cx="402336" cy="45720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22960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맑은 고딕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4630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82296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맑은 고딕"/>
              </a:rPr>
              <a:t>발표를 들어주셔서 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82296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i="0">
                <a:solidFill>
                  <a:srgbClr val="99C5F0"/>
                </a:solidFill>
                <a:latin typeface="맑은 고딕"/>
              </a:rPr>
              <a:t>자유롭게 질문해 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 i="1">
                <a:solidFill>
                  <a:srgbClr val="99C5F0"/>
                </a:solidFill>
                <a:latin typeface="맑은 고딕"/>
              </a:rPr>
              <a:t>김성수  ·  Unity 2D Tower Defense  ·  v0.1.0 Build 3 +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맑은 고딕"/>
              </a:rPr>
              <a:t>rlatjdtn620@gmail.com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1534</Words>
  <Application>Microsoft Office PowerPoint</Application>
  <PresentationFormat>화면 슬라이드 쇼(16:9)</PresentationFormat>
  <Paragraphs>322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kimseongsoo</cp:lastModifiedBy>
  <cp:revision>9</cp:revision>
  <dcterms:created xsi:type="dcterms:W3CDTF">2013-01-27T09:14:16Z</dcterms:created>
  <dcterms:modified xsi:type="dcterms:W3CDTF">2026-06-09T04:09:13Z</dcterms:modified>
  <cp:category/>
</cp:coreProperties>
</file>